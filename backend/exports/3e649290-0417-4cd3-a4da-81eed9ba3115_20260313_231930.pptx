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发动机智能平台项目阶段汇报（202X年Q3季度）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项目名称：发动机智能平台研发项目</a:t>
            </a:r>
          </a:p>
          <a:p>
            <a:r>
              <a:t>汇报部门：智能装备事业部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发动机智能平台项目背景与本阶段核心目标回顾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行业背景：汽车产业智能化转型加速，发动机管理需向数字化、智能化升级以适配新趋势</a:t>
            </a:r>
          </a:p>
          <a:p>
            <a:r>
              <a:t>2. 现存痛点：传统发动机监控系统数据孤立，故障预警滞后，运营效率及成本控制能力待提升</a:t>
            </a:r>
          </a:p>
          <a:p>
            <a:r>
              <a:t>3. 本阶段核心目标：完成智能平台基础架构搭建，验证关键工况预测算法，建立初步数据采集与存储体系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发动机智能平台本阶段核心工作进展与关键成果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完成智能诊断模块开发与验证，故障识别准确率达92%（超目标2%）</a:t>
            </a:r>
          </a:p>
          <a:p>
            <a:r>
              <a:t>搭建设备状态实时监控云平台，实现100+台发动机数据接入与可视化</a:t>
            </a:r>
          </a:p>
          <a:p>
            <a:r>
              <a:t>输出3项核心技术文档（算法规范/运维手册等），支撑后续迭代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发动机智能平台阶段关键技术难点与解决方案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难点1：智能诊断模型准确率与实时性平衡 → 解决方案：轻量化神经网络架构+边缘计算部署</a:t>
            </a:r>
          </a:p>
          <a:p>
            <a:r>
              <a:t>难点2：多源异构数据融合标准化缺失 → 解决方案：统一接口协议+分布式数据中台构建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轻量化模型在同类场景：准确率↑15%、推理速度↑30%</a:t>
            </a:r>
          </a:p>
          <a:p>
            <a:r>
              <a:t>头部车企数据中台案例：数据处理效率↑40%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资源投入统计与团队协作效能分析（发动机智能平台阶段汇报第5页）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阶段资源投入统计：人力（核心团队12人/月）、财力（180万元）、技术资源（6套研发工具）的分配与使用情况</a:t>
            </a:r>
          </a:p>
          <a:p>
            <a:r>
              <a:t>团队协作效能关键指标：任务按时完成率（92%）、跨部门需求响应时长（24小时内）、问题解决闭环率（88%）</a:t>
            </a:r>
          </a:p>
          <a:p>
            <a:r>
              <a:t>效能提升成果与优化方向：敏捷协作模式提升15%效率，下一步聚焦资源精准匹配与流程简化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发动机智能平台本阶段目标达成度量化评估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核心性能指标完成率：92%（目标值90%），超预期达成</a:t>
            </a:r>
          </a:p>
          <a:p>
            <a:r>
              <a:t>关键任务交付率：100%，15项计划任务全部按期完成</a:t>
            </a:r>
          </a:p>
          <a:p>
            <a:r>
              <a:t>资源投入效率：人力成本节约8%，算力利用率提升12%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发动机智能平台下阶段核心工作计划与风险应对预案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核心工作计划：1）智能诊断模块V2.0迭代（故障预测精度≥95%）；2）设备健康管理数据中台搭建（对接30+台发动机实时数据）；3）用户端可视化看板优化（新增能耗分析功能）</a:t>
            </a:r>
          </a:p>
          <a:p>
            <a:r>
              <a:t>关键里程碑：Q3末完成模块测试与中台上线，Q4初启动3家用户试点验证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智能诊断模块V2.0需求规格说明书</a:t>
            </a:r>
          </a:p>
          <a:p>
            <a:r>
              <a:t>设备数据对接清单（32台发动机）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发动机智能平台阶段总结及关键支持事项协调需求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已完成平台核心功能模块（数据采集/实时监控/初步诊断）开发，阶段目标达成率85%</a:t>
            </a:r>
          </a:p>
          <a:p>
            <a:r>
              <a:t>2. 需协调支持事项：研发部提供故障模型迭代数据、生产部配合3台样机联调测试</a:t>
            </a:r>
          </a:p>
          <a:p>
            <a:r>
              <a:t>3. 下一阶段重点：完善智能诊断算法，计划本月底完成系统内测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