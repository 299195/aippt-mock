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背景关键结果与价值点</a:t>
            </a:r>
          </a:p>
          <a:p>
            <a:r>
              <a:t>背景核心风险与影响评估</a:t>
            </a:r>
          </a:p>
          <a:p>
            <a:r>
              <a:t>背景需管理层决策事项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进展关键结果与价值点</a:t>
            </a:r>
          </a:p>
          <a:p>
            <a:r>
              <a:t>进展核心风险与影响评估</a:t>
            </a:r>
          </a:p>
          <a:p>
            <a:r>
              <a:t>进展需管理层决策事项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问题关键结果与价值点</a:t>
            </a:r>
          </a:p>
          <a:p>
            <a:r>
              <a:t>问题核心风险与影响评估</a:t>
            </a:r>
          </a:p>
          <a:p>
            <a:r>
              <a:t>问题需管理层决策事项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风险关键结果与价值点</a:t>
            </a:r>
          </a:p>
          <a:p>
            <a:r>
              <a:t>风险核心风险与影响评估</a:t>
            </a:r>
          </a:p>
          <a:p>
            <a:r>
              <a:t>风险需管理层决策事项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计划关键结果与价值点</a:t>
            </a:r>
          </a:p>
          <a:p>
            <a:r>
              <a:t>计划核心风险与影响评估</a:t>
            </a:r>
          </a:p>
          <a:p>
            <a:r>
              <a:t>计划需管理层决策事项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专项分析2关键结果与价值点</a:t>
            </a:r>
          </a:p>
          <a:p>
            <a:r>
              <a:t>专项分析2核心风险与影响评估</a:t>
            </a:r>
          </a:p>
          <a:p>
            <a:r>
              <a:t>专项分析2需管理层决策事项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专项分析3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专项分析3关键结果与价值点</a:t>
            </a:r>
          </a:p>
          <a:p>
            <a:r>
              <a:t>专项分析3核心风险与影响评估</a:t>
            </a:r>
          </a:p>
          <a:p>
            <a:r>
              <a:t>专项分析3需管理层决策事项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结论关键结果与价值点</a:t>
            </a:r>
          </a:p>
          <a:p>
            <a:r>
              <a:t>结论核心风险与影响评估</a:t>
            </a:r>
          </a:p>
          <a:p>
            <a:r>
              <a:t>结论需管理层决策事项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