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现状：结果：现状：结果：结果：大语言模型尽管取得了巨大成功，仍存...</a:t>
            </a:r>
          </a:p>
          <a:p>
            <a:r>
              <a:t>细节：风险：细节：风险：风险：它们会出现幻觉行为（即生成不准确的...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现状：结果：现状：结果：结果：该技术通过从知识库中检索外部知识来...</a:t>
            </a:r>
          </a:p>
          <a:p>
            <a:r>
              <a:t>细节：风险：细节：风险：决策：其工作流程分为两步：第一步是知识检...</a:t>
            </a:r>
          </a:p>
          <a:p>
            <a:r>
              <a:t>计划：决策：计划：决策：补充：该技术通过从知识库中检索外部知识来...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现状：结果：现状：结果：结果：大语言模型尽管取得了巨大成功，仍存...</a:t>
            </a:r>
          </a:p>
          <a:p>
            <a:r>
              <a:t>细节：风险：细节：风险：补充：大语言模型尽管取得了巨大成功，仍存...</a:t>
            </a:r>
          </a:p>
          <a:p>
            <a:r>
              <a:t>计划：决策：计划：决策：风险：它们会出现幻觉行为（即生成不准确的...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阶段1：现状：结果：现状：结果：决策：检索增强生成（RAG）能够有效缓解...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阶段2：细节：风险：细节：风险：补充：它们会出现幻觉行为（即生成不准确的...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阶段3：计划：决策：计划：决策：结果：它们会出现幻觉行为（即生成不准确的...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现状：结果：现状：结果：补充：在特定领域（如医疗领域）可能存在知...</a:t>
            </a:r>
          </a:p>
          <a:p>
            <a:r>
              <a:t>细节：风险：细节：风险：结果：在特定领域（如医疗领域）可能存在知...</a:t>
            </a:r>
          </a:p>
          <a:p>
            <a:r>
              <a:t>计划：决策：计划：决策：风险：检索增强生成（RAG）能够有效缓解...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现状：结果：现状：结果：风险：该技术通过从知识库中检索外部知识来...</a:t>
            </a:r>
          </a:p>
          <a:p>
            <a:r>
              <a:t>细节：风险：细节：风险：补充：检索增强生成（RAG）能够有效缓解...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阶段1：现状：结果：现状：结果：补充：该技术通过从知识库中检索外部知识来...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阶段2：细节：风险：细节：风险：结果：该技术通过从知识库中检索外部知识来...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阶段3：计划：决策：计划：决策：决策：其工作流程分为两步：第一步是知识检...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现状：结果：现状：结果：结果：它们会出现幻觉行为（即生成不准确的...</a:t>
            </a:r>
          </a:p>
          <a:p>
            <a:r>
              <a:t>细节：风险：细节：风险：补充：它们会出现幻觉行为（即生成不准确的...</a:t>
            </a:r>
          </a:p>
          <a:p>
            <a:r>
              <a:t>计划：决策：计划：决策：风险：在特定领域（如医疗领域）可能存在知...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现状：结果：现状：结果：决策：第二步是答案生成，LLM 以这些检...</a:t>
            </a:r>
          </a:p>
          <a:p>
            <a:r>
              <a:t>细节：风险：细节：风险：结果：一个完整的 RAG 系统包含三大组...</a:t>
            </a:r>
          </a:p>
          <a:p>
            <a:r>
              <a:t>计划：决策：计划：决策：补充：一个完整的 RAG 系统包含三大组...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