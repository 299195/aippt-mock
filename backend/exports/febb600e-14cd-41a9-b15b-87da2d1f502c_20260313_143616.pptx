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当前结果与业务影响</a:t>
            </a:r>
          </a:p>
          <a:p>
            <a:r>
              <a:t>主要风险及缓释策略</a:t>
            </a:r>
          </a:p>
          <a:p>
            <a:r>
              <a:t>需决策项与时间点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当前结果与业务影响</a:t>
            </a:r>
          </a:p>
          <a:p>
            <a:r>
              <a:t>主要风险及缓释策略</a:t>
            </a:r>
          </a:p>
          <a:p>
            <a:r>
              <a:t>需决策项与时间点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当前结果与业务影响</a:t>
            </a:r>
          </a:p>
          <a:p>
            <a:r>
              <a:t>主要风险及缓释策略</a:t>
            </a:r>
          </a:p>
          <a:p>
            <a:r>
              <a:t>需决策项与时间点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当前结果与业务影响</a:t>
            </a:r>
          </a:p>
          <a:p>
            <a:r>
              <a:t>主要风险及缓释策略</a:t>
            </a:r>
          </a:p>
          <a:p>
            <a:r>
              <a:t>需决策项与时间点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当前结果与业务影响</a:t>
            </a:r>
          </a:p>
          <a:p>
            <a:r>
              <a:t>主要风险及缓释策略</a:t>
            </a:r>
          </a:p>
          <a:p>
            <a:r>
              <a:t>需决策项与时间点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专项分析2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当前结果与业务影响</a:t>
            </a:r>
          </a:p>
          <a:p>
            <a:r>
              <a:t>主要风险及缓释策略</a:t>
            </a:r>
          </a:p>
          <a:p>
            <a:r>
              <a:t>需决策项与时间点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专项分析3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当前结果与业务影响</a:t>
            </a:r>
          </a:p>
          <a:p>
            <a:r>
              <a:t>主要风险及缓释策略</a:t>
            </a:r>
          </a:p>
          <a:p>
            <a:r>
              <a:t>需决策项与时间点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当前结果与业务影响</a:t>
            </a:r>
          </a:p>
          <a:p>
            <a:r>
              <a:t>主要风险及缓释策略</a:t>
            </a:r>
          </a:p>
          <a:p>
            <a:r>
              <a:t>需决策项与时间点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