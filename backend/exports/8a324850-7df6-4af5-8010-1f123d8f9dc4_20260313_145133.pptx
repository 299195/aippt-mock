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发动机智能平台阶段汇报 - 背景 时局动荡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补充：补充背景 时局动荡的资源与决策建议</a:t>
            </a:r>
          </a:p>
          <a:p>
            <a:r>
              <a:t>现状：资料中补充背景 时局动荡的数据、现状与结论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阶段1：现状：资料中补充进展的数据、现状与结论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阶段2：细节：补充进展对应风险与影响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阶段3：计划：补充进展下一步行动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计划：补充问题下一步行动</a:t>
            </a:r>
          </a:p>
          <a:p>
            <a:r>
              <a:t>补充：补充问题的资源与决策建议</a:t>
            </a:r>
          </a:p>
          <a:p>
            <a:r>
              <a:t>细节：补充问题对应风险与影响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计划：补充风险下一步行动</a:t>
            </a:r>
          </a:p>
          <a:p>
            <a:r>
              <a:t>补充：补充风险的资源与决策建议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资料中补充风险的数据、现状与结论</a:t>
            </a:r>
          </a:p>
          <a:p>
            <a:r>
              <a:t>补充风险对应风险与影响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阶段1：计划：补充计划下一步行动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阶段2：补充：补充计划的资源与决策建议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阶段3：细节：补充计划对应风险与影响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现状：资料中补充结论的数据、现状与结论</a:t>
            </a:r>
          </a:p>
          <a:p>
            <a:r>
              <a:t>补充：补充结论的资源与决策建议</a:t>
            </a:r>
          </a:p>
          <a:p>
            <a:r>
              <a:t>计划：补充结论下一步行动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细节：补充背景对应风险与影响</a:t>
            </a:r>
          </a:p>
          <a:p>
            <a:r>
              <a:t>计划：补充背景下一步行动</a:t>
            </a:r>
          </a:p>
          <a:p>
            <a:r>
              <a:t>现状：资料中补充背景的数据、现状与结论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现状：资料中补充目标的数据、现状与结论</a:t>
            </a:r>
          </a:p>
          <a:p>
            <a:r>
              <a:t>计划：补充目标下一步行动</a:t>
            </a:r>
          </a:p>
          <a:p>
            <a:r>
              <a:t>细节：补充目标对应风险与影响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