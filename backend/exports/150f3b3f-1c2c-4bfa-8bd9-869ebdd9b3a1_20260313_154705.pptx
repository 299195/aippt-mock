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结果：现状：结果：现状：结果：结果：大语言模型尽管取得了巨...</a:t>
            </a:r>
          </a:p>
          <a:p>
            <a:r>
              <a:t>风险：细节：风险：细节：风险：风险：它们会出现幻觉行为（即...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结果：现状：结果：现状：结果：结果：该技术通过从知识库中检...</a:t>
            </a:r>
          </a:p>
          <a:p>
            <a:r>
              <a:t>风险：细节：风险：细节：风险：决策：其工作流程分为两步：第...</a:t>
            </a:r>
          </a:p>
          <a:p>
            <a:r>
              <a:t>决策：计划：决策：计划：决策：补充：该技术通过从知识库中检...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结果：现状：结果：现状：结果：结果：大语言模型尽管取得了巨...</a:t>
            </a:r>
          </a:p>
          <a:p>
            <a:r>
              <a:t>风险：细节：风险：细节：风险：补充：大语言模型尽管取得了巨...</a:t>
            </a:r>
          </a:p>
          <a:p>
            <a:r>
              <a:t>决策：计划：决策：计划：决策：风险：它们会出现幻觉行为（即...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阶段1：结果：现状：结果：现状：结果：决策：检索增强生成（RAG）...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阶段2：风险：细节：风险：细节：风险：补充：它们会出现幻觉行为（即...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阶段3：决策：计划：决策：计划：决策：结果：它们会出现幻觉行为（即...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结果：现状：结果：现状：结果：补充：在特定领域（如医疗领域...</a:t>
            </a:r>
          </a:p>
          <a:p>
            <a:r>
              <a:t>风险：细节：风险：细节：风险：结果：在特定领域（如医疗领域...</a:t>
            </a:r>
          </a:p>
          <a:p>
            <a:r>
              <a:t>决策：计划：决策：计划：决策：风险：检索增强生成（RAG）...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结果：现状：结果：现状：结果：风险：该技术通过从知识库中检...</a:t>
            </a:r>
          </a:p>
          <a:p>
            <a:r>
              <a:t>风险：细节：风险：细节：风险：补充：检索增强生成（RAG）...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阶段1：结果：现状：结果：现状：结果：补充：该技术通过从知识库中检...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阶段2：风险：细节：风险：细节：风险：结果：该技术通过从知识库中检...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阶段3：决策：计划：决策：计划：决策：决策：其工作流程分为两步：第...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结果：现状：结果：现状：结果：结果：它们会出现幻觉行为（即...</a:t>
            </a:r>
          </a:p>
          <a:p>
            <a:r>
              <a:t>风险：细节：风险：细节：风险：补充：它们会出现幻觉行为（即...</a:t>
            </a:r>
          </a:p>
          <a:p>
            <a:r>
              <a:t>决策：计划：决策：计划：决策：风险：在特定领域（如医疗领域...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结果：现状：结果：现状：结果：决策：第二步是答案生成，LL...</a:t>
            </a:r>
          </a:p>
          <a:p>
            <a:r>
              <a:t>风险：细节：风险：细节：风险：结果：一个完整的 RAG 系...</a:t>
            </a:r>
          </a:p>
          <a:p>
            <a:r>
              <a:t>决策：计划：决策：计划：决策：补充：一个完整的 RAG 系...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