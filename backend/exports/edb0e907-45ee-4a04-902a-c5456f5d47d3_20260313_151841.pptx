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现状：结果：结果：现状：结果：暂无有效资料，请补充业务背景、进展...</a:t>
            </a:r>
          </a:p>
          <a:p>
            <a:r>
              <a:t>细节：风险：风险：细节：补充：暂无有效资料，请补充业务背景、进展...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现状：结果：结果：现状：补充：暂无有效资料，请补充业务背景、进展...</a:t>
            </a:r>
          </a:p>
          <a:p>
            <a:r>
              <a:t>细节：风险：风险：细节：结果：暂无有效资料，请补充业务背景、进展...</a:t>
            </a:r>
          </a:p>
          <a:p>
            <a:r>
              <a:t>计划：决策：决策：计划：风险：暂无有效资料，请补充业务背景、进展...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现状：结果：结果：现状：结果：暂无有效资料，请补充业务背景、进展...</a:t>
            </a:r>
          </a:p>
          <a:p>
            <a:r>
              <a:t>细节：风险：风险：细节：风险：暂无有效资料，请补充业务背景、进展...</a:t>
            </a:r>
          </a:p>
          <a:p>
            <a:r>
              <a:t>计划：决策：决策：计划：补充：暂无有效资料，请补充业务背景、进展...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阶段1：现状：结果：结果：现状：结果：暂无有效资料，请补充业务背景、进展...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阶段2：细节：风险：风险：细节：决策：暂无有效资料，请补充业务背景、进展...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阶段3：计划：决策：决策：计划：风险：暂无有效资料，请补充业务背景、进展...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现状：结果：结果：现状：决策：暂无有效资料，请补充业务背景、进展...</a:t>
            </a:r>
          </a:p>
          <a:p>
            <a:r>
              <a:t>细节：风险：风险：细节：结果：暂无有效资料，请补充业务背景、进展...</a:t>
            </a:r>
          </a:p>
          <a:p>
            <a:r>
              <a:t>计划：决策：决策：计划：风险：暂无有效资料，请补充业务背景、进展...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现状：结果：结果：现状：风险：暂无有效资料，请补充业务背景、进展...</a:t>
            </a:r>
          </a:p>
          <a:p>
            <a:r>
              <a:t>细节：风险：风险：细节：结果：暂无有效资料，请补充业务背景、进展...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暂无有效资料，请补充业务背景、进展与风险信息</a:t>
            </a:r>
          </a:p>
          <a:p>
            <a:r>
              <a:t>暂无有效资料，请补充业务背景、进展与风险信息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阶段1：现状：结果：结果：现状：风险：暂无有效资料，请补充业务背景、进展...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阶段2：细节：风险：风险：细节：补充：暂无有效资料，请补充业务背景、进展...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阶段3：计划：决策：决策：计划：结果：暂无有效资料，请补充业务背景、进展...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现状：结果：结果：现状：结果：暂无有效资料，请补充业务背景、进展...</a:t>
            </a:r>
          </a:p>
          <a:p>
            <a:r>
              <a:t>细节：风险：风险：细节：决策：暂无有效资料，请补充业务背景、进展...</a:t>
            </a:r>
          </a:p>
          <a:p>
            <a:r>
              <a:t>计划：决策：决策：计划：风险：暂无有效资料，请补充业务背景、进展...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