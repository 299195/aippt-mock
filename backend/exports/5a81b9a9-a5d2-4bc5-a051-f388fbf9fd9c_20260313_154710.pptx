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细节：它们会出现幻觉行为（即生成不准确的答案）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计划：其工作流程分为两步：第一步是知识检索，检索器通过问题编码器和文本编码器，分别生成问题和数据库文本的嵌入向量，计算相似度后筛选出 Top-k 个最相关的文本</a:t>
            </a:r>
          </a:p>
          <a:p>
            <a:r>
              <a:t>补充：该技术通过从知识库中检索外部知识来增强大语言模型的能力</a:t>
            </a:r>
          </a:p>
          <a:p>
            <a:r>
              <a:t>细节：一个完整的 RAG 系统包含三大组件：知识数据库、检索器和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细节：它们会出现幻觉行为（即生成不准确的答案）</a:t>
            </a:r>
          </a:p>
          <a:p>
            <a:r>
              <a:t>补充：大语言模型尽管取得了巨大成功，仍存在固有的局限性：例如，由于它们是基于过往数据进行预训练的（如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现状：大语言模型尽管取得了巨大成功，仍存在固有的局限性：例如，由于它们是基于过往数据进行预训练的（如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阶段1：现状：它们会出现幻觉行为（即生成不准确的答案）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阶段3：细节：在特定领域（如医疗领域）可能存在知识缺口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补充：在特定领域（如医疗领域）可能存在知识缺口</a:t>
            </a:r>
          </a:p>
          <a:p>
            <a:r>
              <a:t>细节：检索增强生成（RAG）能够有效缓解上述局限性</a:t>
            </a:r>
          </a:p>
          <a:p>
            <a:r>
              <a:t>计划：该技术通过从知识库中检索外部知识来增强大语言模型的能力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细节：该技术通过从知识库中检索外部知识来增强大语言模型的能力</a:t>
            </a:r>
          </a:p>
          <a:p>
            <a:r>
              <a:t>现状：检索增强生成（RAG）能够有效缓解上述局限性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阶段1：细节：一个完整的 RAG 系统包含三大组件：知识数据库、检索器和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阶段2：补充：该技术通过从知识库中检索外部知识来增强大语言模型的能力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阶段3：现状：该技术通过从知识库中检索外部知识来增强大语言模型的能力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细节：在特定领域（如医疗领域）可能存在知识缺口</a:t>
            </a:r>
          </a:p>
          <a:p>
            <a:r>
              <a:t>计划：检索增强生成（RAG）能够有效缓解上述局限性</a:t>
            </a:r>
          </a:p>
          <a:p>
            <a:r>
              <a:t>补充：它们会出现幻觉行为（即生成不准确的答案）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计划：第二步是答案生成，LLM 以这些检索文本为上下文，结合系统提示词生成最终答案</a:t>
            </a:r>
          </a:p>
          <a:p>
            <a:r>
              <a:t>现状：一个完整的 RAG 系统包含三大组件：知识数据库、检索器和 LLM</a:t>
            </a:r>
          </a:p>
          <a:p>
            <a:r>
              <a:t>细节：其工作流程分为两步：第一步是知识检索，检索器通过问题编码器和文本编码器，分别生成问题和数据库文本的嵌入向量，计算相似度后筛选出 Top-k 个最相关的文本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