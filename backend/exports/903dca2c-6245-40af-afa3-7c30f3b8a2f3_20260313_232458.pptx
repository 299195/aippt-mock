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刘金阳优秀团员竞选汇报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思想引领：主动学习团知识，提升思想觉悟</a:t>
            </a:r>
          </a:p>
          <a:p>
            <a:r>
              <a:t>学习实践：夯实专业基础，积极参与集体活动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个人简介与竞选初心：以团员标准严格自我要求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牢记入团誓言，学习生活中严格自律（课堂认真夯实基础、课后参与集体活动互帮互助）</a:t>
            </a:r>
          </a:p>
          <a:p>
            <a:r>
              <a:t>思想积极向上，主动学习团知识提升思想觉悟</a:t>
            </a:r>
          </a:p>
          <a:p>
            <a:r>
              <a:t>深刻理解优秀团员的责任内涵，若当选将以更高标准做表率、热心服务同学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学习表现：专注课堂学习 夯实专业知识基础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课堂专注投入：认真听讲，积极参与思考与互动</a:t>
            </a:r>
          </a:p>
          <a:p>
            <a:r>
              <a:t>2. 专业基础强化：聚焦核心课程，扎实掌握专业知识</a:t>
            </a:r>
          </a:p>
          <a:p>
            <a:r>
              <a:t>3. 学习态度严谨：以高标准要求自我，持续提升学业水平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集体参与：凝聚力量，共促成长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积极投身各类集体活动，强化团队协作意识</a:t>
            </a:r>
          </a:p>
          <a:p>
            <a:r>
              <a:t>主动开展同学互帮互助，营造互助共进氛围</a:t>
            </a:r>
          </a:p>
          <a:p>
            <a:r>
              <a:t>以实际行动助力共同进步，践行团员使命担当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思想建设：主动学习团的理论，提升自身思想觉悟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牢记入团誓言，在学习与生活中严格自我要求</a:t>
            </a:r>
          </a:p>
          <a:p>
            <a:r>
              <a:t>主动学习团的理论知识，持续提升思想觉悟水平</a:t>
            </a:r>
          </a:p>
          <a:p>
            <a:r>
              <a:t>深刻认知优秀团员的责任属性，以实际行动践行使命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优秀团员认知：荣誉承载责任，责任驱动行动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严守团员准则：牢记入团誓言，学习生活双维度自我约束（课堂深耕专业、课后参与集体互助）</a:t>
            </a:r>
          </a:p>
          <a:p>
            <a:r>
              <a:t>强化思想引领：主动研习团的理论知识，持续提升政治觉悟与思想素养</a:t>
            </a:r>
          </a:p>
          <a:p>
            <a:r>
              <a:t>践行责任担当：以荣誉为起点，以责任为动力，争做学习表率与服务先锋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当选后行动规划：以身作则树榜样，热心服务同学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以身作则：强化学习与思想自律，在专业学习、团知识掌握上做团员表率</a:t>
            </a:r>
          </a:p>
          <a:p>
            <a:r>
              <a:t>2. 服务同学：建立常态化互助机制，主动倾听并解决身边同学实际困难</a:t>
            </a:r>
          </a:p>
          <a:p>
            <a:r>
              <a:t>3. 引领集体：定期组织团课学习与交流活动，提升整体思想觉悟与凝聚力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致谢与呼吁：恳请各位支持，携手共促成长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始终践行团员誓言，在学习生活中严格要求自我</a:t>
            </a:r>
          </a:p>
          <a:p>
            <a:r>
              <a:t>若当选将以更高标准做表率，热心服务同学践行使命</a:t>
            </a:r>
          </a:p>
          <a:p>
            <a:r>
              <a:t>恳请各位支持，携手共促个人与集体共同成长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