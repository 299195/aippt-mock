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RAG系统的知识投毒攻击：PoisonedRAG的设计与安全评估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RAG通过检索外部知识缓解LLM局限性（幻觉、知识缺口等），核心组件为知识数据库、检索器、LLM</a:t>
            </a:r>
          </a:p>
          <a:p>
            <a:r>
              <a:t>现有针对LLM的攻击（提示注入、越狱等）难以有效扩展到RAG（未考虑检索环节或目标正交）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RAG系统局限性与知识库新攻击面分析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RAG系统核心组件：知识库、检索器、LLM，工作流程分为知识检索（嵌入向量相似度匹配）与答案生成（LLM结合检索上下文）</a:t>
            </a:r>
          </a:p>
          <a:p>
            <a:r>
              <a:t>现有针对LLM的攻击（提示注入、越狱）在RAG中存在局限性：提示注入未考虑检索环节导致性能差，越狱攻击目标与操控输出正交</a:t>
            </a:r>
          </a:p>
          <a:p>
            <a:r>
              <a:t>知识库是RAG系统的新攻击面：提出PoisonedRAG知识投毒攻击，通过注入少量恶意文本操控LLM输出，无需污染LLM/检索器训练数据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现有攻击在RAG场景下的局限性分析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提示注入攻击：未考虑检索器环节（恶意指令与问题相关性低难进入上下文），攻击性能差；且隐蔽性弱易被防御[42,47-51]</a:t>
            </a:r>
          </a:p>
          <a:p>
            <a:r>
              <a:t>越狱攻击：目标为破坏LLM安全对齐（如回答有害问题），与知识投毒目标正交[52-57]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提示注入防御研究已能有效检测此类攻击[42,47-51]</a:t>
            </a:r>
          </a:p>
          <a:p>
            <a:r>
              <a:t>越狱攻击案例：构造提示诱导模型回答"如何抢劫银行"等有害问题[52-57]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PoisonedRAG攻击框架：恶意文本构造与优化问题建模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核心目标：向RAG知识库注入少量恶意文本，操控系统对目标问题生成攻击者期望的答案（不污染LLM/检索器训练数据）</a:t>
            </a:r>
          </a:p>
          <a:p>
            <a:r>
              <a:t>双条件约束：①检索条件（与目标问题高相似，能被Top-k检索到）；②生成条件（作为上下文时引导LLM输出目标答案）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HotFlip/TextFooler等对抗方法构造的文本F1分数超90%，验证检索条件满足度</a:t>
            </a:r>
          </a:p>
          <a:p>
            <a:r>
              <a:t>GPT-4生成I平均仅需2次查询，证明构造效率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核心实验结果：PoisonedRAG在多数据集上的攻击效果评估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PoisonedRAG在黑盒/白盒场景下，多数据集（NQ、HotpotQA、MS-MARCO）及不同LLM上均实现高攻击成功率（ASR）与F1分数（&gt;90%）</a:t>
            </a:r>
          </a:p>
          <a:p>
            <a:r>
              <a:t>白盒攻击通常更有效（利用检索器知识提升恶意文本相关性），部分场景黑盒攻击ASR更高（HotFlip语义影响或目标问题辅助生成）</a:t>
            </a:r>
          </a:p>
          <a:p>
            <a:r>
              <a:t>PoisonedRAG在现实大型知识库（21M+文本）、先进RAG方案（Self-RAG/CRAG）下仍保持有效性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先进RAG方案与现实大型知识库的攻击有效性验证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先进RAG方案（Self-RAG/CRAG）核心提升检索相关性，但仍易受PoisonedRAG攻击</a:t>
            </a:r>
          </a:p>
          <a:p>
            <a:r>
              <a:t>21M+文本的现实大型知识库（维基百科快照）场景下，PoisonedRAG保持高攻击成功率</a:t>
            </a:r>
          </a:p>
          <a:p>
            <a:r>
              <a:t>现有防御机制（释义、重复过滤、困惑度检测）难以有效抵御PoisonedRAG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防御机制测试：现有防御对PoisonedRAG的抵御能力分析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释义防御：扩展自LLM提示注入/越狱防御，但无法抵御PoisonedRAG（恶意文本与目标问题高相关仍被检索）</a:t>
            </a:r>
          </a:p>
          <a:p>
            <a:r>
              <a:t>重复过滤与PPL检测：前者因恶意文本多样性失效，后者因恶意文本质量正常导致高假阳性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释义防御下PoisonedRAG仍保持高攻击成功率和F1分数</a:t>
            </a:r>
          </a:p>
          <a:p>
            <a:r>
              <a:t>PPL检测AUC值低，假阳性率高（误判大量干净文本）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总结与展望：PoisonedRAG威胁启示及防御方向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PoisonedRAG作为首个针对RAG的知识投毒攻击，展现出高成功率、强隐蔽性及广泛适用性</a:t>
            </a:r>
          </a:p>
          <a:p>
            <a:r>
              <a:t>现有防御机制（释义、去重、困惑度检测等）对PoisonedRAG效果有限</a:t>
            </a:r>
          </a:p>
          <a:p>
            <a:r>
              <a:t>需针对RAG知识库特性探索新型防御方向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