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发动机智能平台阶段汇报 - 封面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结果：暂无有效资料，请补充业务背景、进展与风险信息</a:t>
            </a:r>
          </a:p>
          <a:p>
            <a:r>
              <a:t>补充：暂无有效资料，请补充业务背景、进展与风险信息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补充：暂无有效资料，请补充业务背景、进展与风险信息</a:t>
            </a:r>
          </a:p>
          <a:p>
            <a:r>
              <a:t>结果：暂无有效资料，请补充业务背景、进展与风险信息</a:t>
            </a:r>
          </a:p>
          <a:p>
            <a:r>
              <a:t>风险：暂无有效资料，请补充业务背景、进展与风险信息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结果：暂无有效资料，请补充业务背景、进展与风险信息</a:t>
            </a:r>
          </a:p>
          <a:p>
            <a:r>
              <a:t>风险：暂无有效资料，请补充业务背景、进展与风险信息</a:t>
            </a:r>
          </a:p>
          <a:p>
            <a:r>
              <a:t>补充：暂无有效资料，请补充业务背景、进展与风险信息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阶段1：结果：暂无有效资料，请补充业务背景、进展与风险信息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阶段2：决策：暂无有效资料，请补充业务背景、进展与风险信息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阶段3：风险：暂无有效资料，请补充业务背景、进展与风险信息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决策：暂无有效资料，请补充业务背景、进展与风险信息</a:t>
            </a:r>
          </a:p>
          <a:p>
            <a:r>
              <a:t>结果：暂无有效资料，请补充业务背景、进展与风险信息</a:t>
            </a:r>
          </a:p>
          <a:p>
            <a:r>
              <a:t>风险：暂无有效资料，请补充业务背景、进展与风险信息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主要风险</a:t>
            </a:r>
          </a:p>
          <a:p>
            <a:r>
              <a:t>风险：暂无有效资料，请补充业务背景、进展与风险信息</a:t>
            </a:r>
          </a:p>
          <a:p>
            <a:r>
              <a:t>结果：暂无有效资料，请补充业务背景、进展与风险信息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应对措施</a:t>
            </a:r>
          </a:p>
          <a:p>
            <a:r>
              <a:t>暂无有效资料，请补充业务背景、进展与风险信息</a:t>
            </a:r>
          </a:p>
          <a:p>
            <a:r>
              <a:t>暂无有效资料，请补充业务背景、进展与风险信息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计划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阶段1：风险：暂无有效资料，请补充业务背景、进展与风险信息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阶段2：补充：暂无有效资料，请补充业务背景、进展与风险信息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749807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阶段3：结果：暂无有效资料，请补充业务背景、进展与风险信息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发动机智能平台阶段汇报 - 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结果：暂无有效资料，请补充业务背景、进展与风险信息</a:t>
            </a:r>
          </a:p>
          <a:p>
            <a:r>
              <a:t>决策：暂无有效资料，请补充业务背景、进展与风险信息</a:t>
            </a:r>
          </a:p>
          <a:p>
            <a:r>
              <a:t>风险：暂无有效资料，请补充业务背景、进展与风险信息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