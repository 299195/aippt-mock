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背景 时局动荡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风险：补充背景 时局动荡对应风险与影响</a:t>
            </a:r>
          </a:p>
          <a:p>
            <a:r>
              <a:t>决策：补充背景 时局动荡下一步行动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阶段1：结果：资料中补充进展的数据、现状与结论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阶段2：风险：补充进展对应风险与影响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阶段3：补充：补充进展的资源与决策建议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结果：资料中补充问题的数据、现状与结论</a:t>
            </a:r>
          </a:p>
          <a:p>
            <a:r>
              <a:t>风险：补充问题对应风险与影响</a:t>
            </a:r>
          </a:p>
          <a:p>
            <a:r>
              <a:t>补充：补充问题的资源与决策建议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结果：资料中补充风险的数据、现状与结论</a:t>
            </a:r>
          </a:p>
          <a:p>
            <a:r>
              <a:t>风险：补充风险对应风险与影响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资料中补充风险的数据、现状与结论</a:t>
            </a:r>
          </a:p>
          <a:p>
            <a:r>
              <a:t>补充风险对应风险与影响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阶段1：结果：资料中补充计划的数据、现状与结论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阶段2：决策：补充计划下一步行动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阶段3：风险：补充计划对应风险与影响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风险：补充结论对应风险与影响</a:t>
            </a:r>
          </a:p>
          <a:p>
            <a:r>
              <a:t>结果：资料中补充结论的数据、现状与结论</a:t>
            </a:r>
          </a:p>
          <a:p>
            <a:r>
              <a:t>决策：补充结论下一步行动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风险：补充背景对应风险与影响</a:t>
            </a:r>
          </a:p>
          <a:p>
            <a:r>
              <a:t>决策：补充背景下一步行动</a:t>
            </a:r>
          </a:p>
          <a:p>
            <a:r>
              <a:t>结果：资料中补充背景的数据、现状与结论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决策：补充目标下一步行动</a:t>
            </a:r>
          </a:p>
          <a:p>
            <a:r>
              <a:t>补充：补充目标的资源与决策建议</a:t>
            </a:r>
          </a:p>
          <a:p>
            <a:r>
              <a:t>结果：资料中补充目标的数据、现状与结论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