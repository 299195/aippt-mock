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背景当前实现路径与关键里程碑</a:t>
            </a:r>
          </a:p>
          <a:p>
            <a:r>
              <a:t>背景技术细节、约束与指标</a:t>
            </a:r>
          </a:p>
          <a:p>
            <a:r>
              <a:t>背景下一步方案与资源需求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进展当前实现路径与关键里程碑</a:t>
            </a:r>
          </a:p>
          <a:p>
            <a:r>
              <a:t>进展技术细节、约束与指标</a:t>
            </a:r>
          </a:p>
          <a:p>
            <a:r>
              <a:t>进展下一步方案与资源需求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问题当前实现路径与关键里程碑</a:t>
            </a:r>
          </a:p>
          <a:p>
            <a:r>
              <a:t>问题技术细节、约束与指标</a:t>
            </a:r>
          </a:p>
          <a:p>
            <a:r>
              <a:t>问题下一步方案与资源需求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风险当前实现路径与关键里程碑</a:t>
            </a:r>
          </a:p>
          <a:p>
            <a:r>
              <a:t>风险技术细节、约束与指标</a:t>
            </a:r>
          </a:p>
          <a:p>
            <a:r>
              <a:t>风险下一步方案与资源需求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计划当前实现路径与关键里程碑</a:t>
            </a:r>
          </a:p>
          <a:p>
            <a:r>
              <a:t>计划技术细节、约束与指标</a:t>
            </a:r>
          </a:p>
          <a:p>
            <a:r>
              <a:t>计划下一步方案与资源需求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专项分析2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专项分析2当前实现路径与关键里程碑</a:t>
            </a:r>
          </a:p>
          <a:p>
            <a:r>
              <a:t>专项分析2技术细节、约束与指标</a:t>
            </a:r>
          </a:p>
          <a:p>
            <a:r>
              <a:t>专项分析2下一步方案与资源需求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专项分析3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专项分析3当前实现路径与关键里程碑</a:t>
            </a:r>
          </a:p>
          <a:p>
            <a:r>
              <a:t>专项分析3技术细节、约束与指标</a:t>
            </a:r>
          </a:p>
          <a:p>
            <a:r>
              <a:t>专项分析3下一步方案与资源需求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结论当前实现路径与关键里程碑</a:t>
            </a:r>
          </a:p>
          <a:p>
            <a:r>
              <a:t>结论技术细节、约束与指标</a:t>
            </a:r>
          </a:p>
          <a:p>
            <a:r>
              <a:t>结论下一步方案与资源需求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