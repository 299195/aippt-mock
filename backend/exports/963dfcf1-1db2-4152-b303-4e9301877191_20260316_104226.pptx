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PoisonedRAG: 针对检索增强生成系统的知识投毒攻击研究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058400" cy="4389120"/>
          </a:xfrm>
          <a:prstGeom prst="roundRect">
            <a:avLst/>
          </a:prstGeom>
          <a:solidFill>
            <a:srgbClr val="EDF4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400" b="1">
                <a:solidFill>
                  <a:srgbClr val="20262F"/>
                </a:solidFill>
              </a:defRPr>
            </a:pPr>
            <a:r>
              <a:t>PoisonedRAG: 针对检索增强生成系统的知识投毒攻击研究</a:t>
            </a:r>
          </a:p>
          <a:p>
            <a:pPr algn="l">
              <a:defRPr sz="2400" b="0">
                <a:solidFill>
                  <a:srgbClr val="20262F"/>
                </a:solidFill>
              </a:defRPr>
            </a:pPr>
            <a:r>
              <a:t>- RAG系统通过外部知识库增强LLM能力，但知识库存在可被利用的漏洞</a:t>
            </a:r>
          </a:p>
          <a:p>
            <a:pPr algn="l">
              <a:defRPr sz="2400" b="0">
                <a:solidFill>
                  <a:srgbClr val="20262F"/>
                </a:solidFill>
              </a:defRPr>
            </a:pPr>
            <a:r>
              <a:t>- PoisonedRAG：首个针对RAG的知识投毒攻击，注入少量恶意文本操控LLM输出</a:t>
            </a:r>
          </a:p>
          <a:p>
            <a:pPr algn="l">
              <a:defRPr sz="2400" b="0">
                <a:solidFill>
                  <a:srgbClr val="20262F"/>
                </a:solidFill>
              </a:defRPr>
            </a:pPr>
            <a:r>
              <a:t>- 攻击无需污染LLM/检索器训练数据，利用知识库全新攻击面实现高有效性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背景与动机：RAG系统的安全脆弱性分析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RAG通过外部知识检索缓解LLM知识过时、幻觉等局限，但知识库引入新攻击面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现有攻击（提示注入、越狱、传统数据投毒）对RAG效果有限（未考虑检索环节、目标正交、无法污染预训练模型）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提出PoisonedRAG：首个针对RAG的知识投毒攻击，注入恶意文本操控LLM输出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EDF4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提示注入攻击未考虑RAG检索环节，恶意指令与问题相关性低不会进入上下文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PoisonedRAG是首个针对RAG系统的知识投毒攻击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现有防御机制（释义、重复过滤、困惑度检测）难以有效抵御PoisonedRAG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RAG系统基础：架构组件与工作流程详解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200" b="0">
                <a:solidFill>
                  <a:srgbClr val="445266"/>
                </a:solidFill>
              </a:defRPr>
            </a:pPr>
            <a:r>
              <a:t>- 核心组件：知识数据库、检索器、大语言模型（LLM）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知识检索阶段：问题/文本嵌入向量相似度计算，筛选Top-k相关文本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答案生成阶段：LLM以检索文本为上下文，结合系统提示词生成最终答案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现有针对LLM/RAG攻击的局限性分析与PoisonedRAG的提出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现有攻击扩展到RAG系统存在显著局限：提示注入未考虑检索环节且隐蔽性弱，越狱攻击目标正交，对抗性文本无效，传统数据投毒针对商用模型实施困难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知识数据库是RAG系统的全新、切实可行的攻击面，现有研究未充分利用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提出PoisonedRAG：首个针对RAG的知识投毒攻击，注入少量恶意文本到知识库操控输出（无需污染LLM/检索器训练集）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EDF4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提示注入攻击扩展到RAG时性能欠佳（恶意指令与问题相关性低难进入上下文）且隐蔽性弱[42,47-51]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越狱攻击目标与PoisonedRAG正交（破坏安全对齐vs操控输出）[52-57]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PoisonedRAG是首个针对RAG的知识投毒攻击，不污染LLM/检索器训练集，利用知识库全新攻击面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PoisonedRAG攻击方法：威胁模型与恶意文本构造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PoisonedRAG：首个针对RAG系统的知识投毒攻击，通过注入少量恶意文本操控LLM输出（不污染LLM/检索器训练数据）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威胁模型核心：构造恶意文本需满足双条件——检索条件（与目标问题高相似被Top-k检索）+生成条件（作为上下文诱导LLM输出目标答案）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形式化优化目标：使注入的恶意文本被检索后，LLM对目标问题Q生成指定答案R（针对每个目标问题优化）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EDF4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PoisonedRAG是首个针对RAG的知识投毒攻击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构造恶意文本需同时满足检索条件和生成条件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优化问题目标为注入恶意文本诱导LLM输出指定答案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实验评估：PoisonedRAG攻击性能验证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在黑盒/白盒场景、多数据集（NQ/HotpotQA/MS-MARCO）及LLM上均实现高攻击成功率（ASR），且F1分数超90%（恶意文本易被检索）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白盒场景通常优于黑盒（利用检索器知识提升相似度），但部分情况黑盒更有效（HotFlip影响语义或目标问题助力生成）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在现实大型知识库（21M+文本）中仍有效，且计算效率高（黑盒每条恶意文本仅需约2次GPT-4查询）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EDF4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20262F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表1：黑盒/白盒场景下ASR及F1分数结果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表2：子串匹配与人工评估结果对比</a:t>
            </a:r>
          </a:p>
          <a:p>
            <a:pPr algn="l">
              <a:defRPr sz="1800" b="0">
                <a:solidFill>
                  <a:srgbClr val="20262F"/>
                </a:solidFill>
              </a:defRPr>
            </a:pPr>
            <a:r>
              <a:t>- 现实大型知识库（21M+文本）实验数据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防御机制评估：现有方法对PoisonedRAG的抵御能力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200" b="0">
                <a:solidFill>
                  <a:srgbClr val="445266"/>
                </a:solidFill>
              </a:defRPr>
            </a:pPr>
            <a:r>
              <a:t>- 释义防御：扩展自提示注入/越狱防御，对PoisonedRAG无效（恶意文本与目标问题相关性高）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困惑度检测：难以区分恶意与干净文本（恶意文本质量正常，高TPR伴随高FPR）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知识扩展（增大k值）：无法完全抵御，k=50时仍保持41%-43%攻击成功率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1C3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结论与展望：RAG系统安全的挑战及未来研究方向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200" b="0">
                <a:solidFill>
                  <a:srgbClr val="445266"/>
                </a:solidFill>
              </a:defRPr>
            </a:pPr>
            <a:r>
              <a:t>- PoisonedRAG揭示RAG系统知识库存在高风险知识投毒攻击面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现有防御机制（释义、重复过滤、困惑度检测等）对PoisonedRAG抵御效果有限</a:t>
            </a:r>
          </a:p>
          <a:p>
            <a:pPr algn="l">
              <a:defRPr sz="2200" b="0">
                <a:solidFill>
                  <a:srgbClr val="445266"/>
                </a:solidFill>
              </a:defRPr>
            </a:pPr>
            <a:r>
              <a:t>- RAG系统安全需针对知识库特性设计新型防御策略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