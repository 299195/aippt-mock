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结果：大家好！我是刘金阳</a:t>
            </a:r>
          </a:p>
          <a:p>
            <a:r>
              <a:t>风险：很荣幸在这里参与优秀团员的竞选</a:t>
            </a:r>
          </a:p>
          <a:p>
            <a:r>
              <a:t>决策：作为一名共青团员，我始终牢记入团时的誓言，在学习和生活中严格要求自己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