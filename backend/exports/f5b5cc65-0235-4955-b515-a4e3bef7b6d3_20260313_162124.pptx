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补充：检索增强生成（RAG）能够有效缓解上述局限性</a:t>
            </a:r>
          </a:p>
          <a:p>
            <a:r>
              <a:t>风险：它们会出现幻觉行为（即生成不准确的答案）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风险：它们会出现幻觉行为（即生成不准确的答案）</a:t>
            </a:r>
          </a:p>
          <a:p>
            <a:r>
              <a:t>补充：检索增强生成（RAG）能够有效缓解上述局限性</a:t>
            </a:r>
          </a:p>
          <a:p>
            <a:r>
              <a:t>决策：在特定领域（如医疗领域）可能存在知识缺口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实验设置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风险：它们会出现幻觉行为（即生成不准确的答案）</a:t>
            </a:r>
          </a:p>
          <a:p>
            <a:r>
              <a:t>补充：检索增强生成（RAG）能够有效缓解上述局限性</a:t>
            </a:r>
          </a:p>
          <a:p>
            <a:r>
              <a:t>决策：在特定领域（如医疗领域）可能存在知识缺口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F1 分数用于衡量精确率和召回率之间的平衡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结果：F1 分数用于衡量精确率和召回率之间的平衡</a:t>
            </a:r>
          </a:p>
          <a:p>
            <a:r>
              <a:t>补充：其次，提示注入攻击也实现了一定的攻击成功率（尽管低于 PoisonedRAG），原因是受黑盒场景下 PoisonedRAG 的启发，我们在提示注入攻击构造的恶意文本中也加入了目标问题，因此部分提示注入攻击构造的恶意文本能够被目标问题检索到（这体现在其具有一定的 F1 分数）</a:t>
            </a:r>
          </a:p>
          <a:p>
            <a:r>
              <a:t>风险：其次，在不同设置下，PoisonedRAG 均实现了高 F1 分数（几乎所有情况下均超过 90%），这表明 PoisonedRAG 构造的恶意文本极有可能被目标问题检索到，这也是其能够实现高攻击成功率的原因之一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决策：在特定领域（如医疗领域）可能存在知识缺口</a:t>
            </a:r>
          </a:p>
          <a:p>
            <a:r>
              <a:t>风险：它们会出现幻觉行为（即生成不准确的答案）</a:t>
            </a:r>
          </a:p>
          <a:p>
            <a:r>
              <a:t>补充：检索增强生成（RAG）能够有效缓解上述局限性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决策：在特定领域（如医疗领域）可能存在知识缺口</a:t>
            </a:r>
          </a:p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风险：它们会出现幻觉行为（即生成不准确的答案）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决策：在特定领域（如医疗领域）可能存在知识缺口</a:t>
            </a:r>
          </a:p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风险：它们会出现幻觉行为（即生成不准确的答案）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决策：在特定领域（如医疗领域）可能存在知识缺口</a:t>
            </a:r>
          </a:p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补充：检索增强生成（RAG）能够有效缓解上述局限性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