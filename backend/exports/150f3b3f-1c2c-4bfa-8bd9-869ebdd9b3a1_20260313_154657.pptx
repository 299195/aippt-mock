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结果：大语言模型尽管取得了巨大成功，仍存在固有的局限...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结果：该技术通过从知识库中检索外部知识来增强大语言模...</a:t>
            </a:r>
          </a:p>
          <a:p>
            <a:r>
              <a:t>决策：其工作流程分为两步：第一步是知识检索，检索器通...</a:t>
            </a:r>
          </a:p>
          <a:p>
            <a:r>
              <a:t>补充：该技术通过从知识库中检索外部知识来增强大语言模...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结果：大语言模型尽管取得了巨大成功，仍存在固有的局限...</a:t>
            </a:r>
          </a:p>
          <a:p>
            <a:r>
              <a:t>补充：大语言模型尽管取得了巨大成功，仍存在固有的局限...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阶段1：决策：检索增强生成（RAG）能够有效缓解上述局限性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阶段2：补充：它们会出现幻觉行为（即生成不准确的答案）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阶段3：结果：它们会出现幻觉行为（即生成不准确的答案）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补充：在特定领域（如医疗领域）可能存在知识缺口</a:t>
            </a:r>
          </a:p>
          <a:p>
            <a:r>
              <a:t>结果：在特定领域（如医疗领域）可能存在知识缺口</a:t>
            </a:r>
          </a:p>
          <a:p>
            <a:r>
              <a:t>风险：检索增强生成（RAG）能够有效缓解上述局限性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风险：该技术通过从知识库中检索外部知识来增强大语言模...</a:t>
            </a:r>
          </a:p>
          <a:p>
            <a:r>
              <a:t>补充：检索增强生成（RAG）能够有效缓解上述局限性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阶段1：补充：该技术通过从知识库中检索外部知识来增强大语言模...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阶段2：结果：该技术通过从知识库中检索外部知识来增强大语言模...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阶段3：决策：其工作流程分为两步：第一步是知识检索，检索器通...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结果：它们会出现幻觉行为（即生成不准确的答案）</a:t>
            </a:r>
          </a:p>
          <a:p>
            <a:r>
              <a:t>补充：它们会出现幻觉行为（即生成不准确的答案）</a:t>
            </a:r>
          </a:p>
          <a:p>
            <a:r>
              <a:t>风险：在特定领域（如医疗领域）可能存在知识缺口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决策：第二步是答案生成，LLM 以这些检索文本为上下...</a:t>
            </a:r>
          </a:p>
          <a:p>
            <a:r>
              <a:t>结果：一个完整的 RAG 系统包含三大组件：知识数据...</a:t>
            </a:r>
          </a:p>
          <a:p>
            <a:r>
              <a:t>补充：一个完整的 RAG 系统包含三大组件：知识数据...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