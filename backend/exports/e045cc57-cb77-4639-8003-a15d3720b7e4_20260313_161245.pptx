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补充：检索增强生成（RAG）能够有效缓解上述局限性</a:t>
            </a:r>
          </a:p>
          <a:p>
            <a:r>
              <a:t>风险：它们会出现幻觉行为（即生成不准确的答案）</a:t>
            </a:r>
          </a:p>
          <a:p>
            <a:r>
              <a:t>结果：大语言模型尽管取得了巨大成功，仍存在固有的局限...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实验设置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结果：大语言模型尽管取得了巨大成功，仍存在固有的局限...</a:t>
            </a:r>
          </a:p>
          <a:p>
            <a:r>
              <a:t>补充：检索增强生成（RAG）能够有效缓解上述局限性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F1 分数用于衡量精确率和召回率之间的平衡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风险：其次，在不同设置下，PoisonedRAG 均...</a:t>
            </a:r>
          </a:p>
          <a:p>
            <a:r>
              <a:t>决策：其次，添加目标问题可能也有助于满足生成条件，使...</a:t>
            </a:r>
          </a:p>
          <a:p>
            <a:r>
              <a:t>结果：F1 分数用于衡量精确率和召回率之间的平衡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结果：大语言模型尽管取得了巨大成功，仍存在固有的局限...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结果：大语言模型尽管取得了巨大成功，仍存在固有的局限...</a:t>
            </a:r>
          </a:p>
          <a:p>
            <a:r>
              <a:t>补充：检索增强生成（RAG）能够有效缓解上述局限性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结果：大语言模型尽管取得了巨大成功，仍存在固有的局限...</a:t>
            </a:r>
          </a:p>
          <a:p>
            <a:r>
              <a:t>风险：它们会出现幻觉行为（即生成不准确的答案）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