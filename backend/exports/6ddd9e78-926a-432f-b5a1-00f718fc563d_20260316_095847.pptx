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发动机智能平台阶段汇报：PoisonedRAG针对RAG系统的知识投毒攻击研究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针对RAG系统知识库漏洞的新型知识投毒攻击方案</a:t>
            </a:r>
          </a:p>
          <a:p>
            <a:r>
              <a:t>PoisonedRAG：隐蔽高效、突破现有攻击局限的创新攻击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背景与动机：RAG系统局限性及现有攻击方案不足分析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RAG系统知识数据库存在固有漏洞，是全新可行的攻击面</a:t>
            </a:r>
          </a:p>
          <a:p>
            <a:r>
              <a:t>现有LLM攻击（提示注入、越狱等）扩展到RAG时存在性能、目标或可行性局限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知识数据库本身就是可被利用的漏洞，所以我们提出了PoisonedRAG：一种知识投毒攻击，攻击者向RAG系统的知识库注入少量精心制作的恶意文本来操控LLM的输出</a:t>
            </a:r>
          </a:p>
          <a:p>
            <a:r>
              <a:t>提示注入攻击扩展到RAG系统时存在两个局限性：首先，RAG系统利用检索器组件从知识库中为目标问题检索排名前k的相关文本，而提示注入攻击并未考虑这一环节，导致攻击性能欠佳；其次，提示注入攻击的隐蔽性较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PoisonedRAG与现有LLM攻击/投毒攻击的核心差异对比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攻击面差异：现有攻击（提示注入/越狱）针对LLM输入/对齐机制，PoisonedRAG针对RAG知识库漏洞（注入恶意文本操控输出）</a:t>
            </a:r>
          </a:p>
          <a:p>
            <a:r>
              <a:t>检索适配性差异：提示注入未考虑RAG检索环节（恶意指令相关性低难进入上下文），PoisonedRAG构造高相关性恶意文本确保进入Top-k上下文</a:t>
            </a:r>
          </a:p>
          <a:p>
            <a:r>
              <a:t>目标正交性差异：越狱攻击目标是破坏LLM安全对齐（回答有害问题），与PoisonedRAG（操控输出特定内容）目标正交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PoisonedRAG攻击框架：问题建模与恶意文本构造方法详解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将攻击转化为带约束优化问题：构造恶意文本使RAG对目标问题生成期望答案</a:t>
            </a:r>
          </a:p>
          <a:p>
            <a:r>
              <a:t>恶意文本构造核心：生成与目标答案关联的文本I（满足生成条件）+确保被目标问题检索（满足检索条件）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PoisonedRAG是首个针对RAG的知识投毒攻击，攻击建模为带约束优化问题</a:t>
            </a:r>
          </a:p>
          <a:p>
            <a:r>
              <a:t>恶意文本构造流程：生成I→验证答案→重试至L次，黑盒场景S=Q提升检索性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实验设置：数据集、模型选择与评估指标定义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数据集：采用NQ/HotpotQA/MS-MARCO，各随机选10个封闭式问题重复10次（共100个目标问题），无攻击正确率分别为70%/80%/83%</a:t>
            </a:r>
          </a:p>
          <a:p>
            <a:r>
              <a:t>模型配置：Contriever检索器（k=5，点积相似度）、PaLM2默认LLM；黑盒用GPT-4生成恶意文本I，白盒用HotFlip求解优化问题</a:t>
            </a:r>
          </a:p>
          <a:p>
            <a:r>
              <a:t>评估指标：攻击成功率（ASR，子串匹配）、F1分数（精确率&amp;召回率平衡）、困惑度（PPL，文本质量衡量）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实验结果分析：PoisonedRAG攻击有效性、基线对比与参数敏感性验证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PoisonedRAG在黑/白盒场景下均实现高攻击成功率（ASR）及F1分数（多数&gt;90%），子串匹配可靠性经人工评估验证</a:t>
            </a:r>
          </a:p>
          <a:p>
            <a:r>
              <a:t>性能显著优于提示注入、虚假信息攻击等基线，核心差异在于依赖恶意知识而非指令/语义误导模型</a:t>
            </a:r>
          </a:p>
          <a:p>
            <a:r>
              <a:t>参数敏感性：k≤N时ASR稳定，V值不敏感；对抗文本生成方法（HotFlip/TextFooler）均有效但存在开销-隐蔽性权衡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防御机制评估：现有策略对PoisonedRAG的抵御效果测试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释义防御：对目标问题释义后，PoisonedRAG仍保持高攻击成功率（恶意文本与原/释义问题均相关）</a:t>
            </a:r>
          </a:p>
          <a:p>
            <a:r>
              <a:t>重复文本过滤：无效，因PoisonedRAG生成的恶意文本子部分I具有多样性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释义防御：对问题释义后，PoisonedRAG攻击成功率无显著下降</a:t>
            </a:r>
          </a:p>
          <a:p>
            <a:r>
              <a:t>重复过滤：攻击成功率与无防御时相同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PoisonedRAG：贡献、局限性与未来研究方向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贡献：首个针对RAG的知识投毒攻击，利用知识库新攻击面，多场景（黑盒/白盒、真实大型知识库）有效且计算高效</a:t>
            </a:r>
          </a:p>
          <a:p>
            <a:r>
              <a:t>局限性：现有防御机制（释义/困惑度检测/知识扩展等）难以抵御，k&gt;N时攻击成功率下降但仍具效果</a:t>
            </a:r>
          </a:p>
          <a:p>
            <a:r>
              <a:t>未来方向：研发针对性防御策略，扩展至复杂RAG架构（如Self-RAG/CRAG），优化恶意文本隐蔽性与计算开销平衡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