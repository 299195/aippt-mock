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RAG知识投毒攻击：PoisonedRAG设计与安全评估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RAG借外部知识缓解LLM幻觉/知识缺口，核心组件：知识库、检索器、LLM</a:t>
            </a:r>
          </a:p>
          <a:p>
            <a:r>
              <a:t>现有LLM攻击（提示注入、越狱）难扩展到RAG（未考虑检索环节）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RAG系统局限性与知识库新攻击面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RAG核心组件：知识库、检索器、LLM；流程：向量匹配检索+LLM结合上下文生成答案</a:t>
            </a:r>
          </a:p>
          <a:p>
            <a:r>
              <a:t>现有LLM攻击（提示注入、越狱）在RAG中受限：提示注入未考虑检索环节，越狱目标与操控输出无关</a:t>
            </a:r>
          </a:p>
          <a:p>
            <a:r>
              <a:t>知识库为RAG新攻击面：PoisonedRAG投毒攻击通过少量恶意文本操控输出，无需污染LLM/检索器训练数据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现有攻击在RAG场景的局限性分析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提示注入攻击：未考虑检索器环节（恶意指令难入上下文），性能差且隐蔽性弱易防御[42,47-51]</a:t>
            </a:r>
          </a:p>
          <a:p>
            <a:r>
              <a:t>越狱攻击：目标为破坏LLM安全对齐（如回答有害问题），与知识投毒目标正交[52-57]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提示注入防御研究已能有效检测此类攻击[42,47-51]</a:t>
            </a:r>
          </a:p>
          <a:p>
            <a:r>
              <a:t>越狱攻击案例：构造提示诱导模型回答"如何抢劫银行"等有害问题[52-57]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PoisonedRAG攻击框架：恶意文本构造与优化建模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核心目标：注入少量恶意文本到RAG知识库，操控系统对目标问题输出期望答案（不污染LLM/检索器训练数据）</a:t>
            </a:r>
          </a:p>
          <a:p>
            <a:r>
              <a:t>双条件约束：①检索条件（与目标问题高相似，可被Top-k检索）；②生成条件（作为上下文引导LLM输出目标答案）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HotFlip/TextFooler等对抗方法构造的文本F1分数超90%，验证检索条件满足度</a:t>
            </a:r>
          </a:p>
          <a:p>
            <a:r>
              <a:t>GPT-4生成I平均仅需2次查询，证明构造效率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核心实验结果：PoisonedRAG攻击效果评估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PoisonedRAG在黑盒/白盒场景、多数据集（NQ等）及不同LLM上ASR与F1均&gt;90%</a:t>
            </a:r>
          </a:p>
          <a:p>
            <a:r>
              <a:t>白盒攻击通常更有效（提升恶意文本相关性），部分场景黑盒ASR更高（语义/问题辅助因素）</a:t>
            </a:r>
          </a:p>
          <a:p>
            <a:r>
              <a:t>PoisonedRAG在大型知识库（21M+）及先进RAG方案中仍有效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先进RAG与大型知识库的攻击有效性验证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先进RAG方案（Self-RAG/CRAG）核心提升检索相关性，但易受PoisonedRAG攻击</a:t>
            </a:r>
          </a:p>
          <a:p>
            <a:r>
              <a:t>21M+文本的大型知识库（维基百科快照）中，PoisonedRAG攻击成功率高</a:t>
            </a:r>
          </a:p>
          <a:p>
            <a:r>
              <a:t>现有防御机制（释义、重复过滤、困惑度检测）难有效抵御PoisonedRAG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现有防御抵御PoisonedRAG能力测试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释义防御（源自提示注入/越狱防御）：因恶意文本与问题高相关无法抵御</a:t>
            </a:r>
          </a:p>
          <a:p>
            <a:r>
              <a:t>重复过滤（恶意文本多样失效）；PPL检测（恶意文本质量正常致高假阳性）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释义防御下PoisonedRAG仍保持高攻击成功率和F1分数</a:t>
            </a:r>
          </a:p>
          <a:p>
            <a:r>
              <a:t>PPL检测AUC值低，假阳性率高（误判大量干净文本）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总结与展望：PoisonedRAG威胁及防御方向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PoisonedRAG是首个RAG知识投毒攻击，具高成功率、隐蔽性与适用性</a:t>
            </a:r>
          </a:p>
          <a:p>
            <a:r>
              <a:t>现有防御（释义、去重、困惑度检测等）对其效果有限</a:t>
            </a:r>
          </a:p>
          <a:p>
            <a:r>
              <a:t>需针对RAG知识库特性探索新型防御方向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