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技术方案拆解与模块边界</a:t>
            </a:r>
          </a:p>
          <a:p>
            <a:r>
              <a:t>实现细节、性能与稳定性</a:t>
            </a:r>
          </a:p>
          <a:p>
            <a:r>
              <a:t>风险点、验证数据与优化计划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技术方案拆解与模块边界</a:t>
            </a:r>
          </a:p>
          <a:p>
            <a:r>
              <a:t>实现细节、性能与稳定性</a:t>
            </a:r>
          </a:p>
          <a:p>
            <a:r>
              <a:t>风险点、验证数据与优化计划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技术方案拆解与模块边界</a:t>
            </a:r>
          </a:p>
          <a:p>
            <a:r>
              <a:t>实现细节、性能与稳定性</a:t>
            </a:r>
          </a:p>
          <a:p>
            <a:r>
              <a:t>风险点、验证数据与优化计划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技术方案拆解与模块边界</a:t>
            </a:r>
          </a:p>
          <a:p>
            <a:r>
              <a:t>实现细节、性能与稳定性</a:t>
            </a:r>
          </a:p>
          <a:p>
            <a:r>
              <a:t>风险点、验证数据与优化计划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技术方案拆解与模块边界</a:t>
            </a:r>
          </a:p>
          <a:p>
            <a:r>
              <a:t>实现细节、性能与稳定性</a:t>
            </a:r>
          </a:p>
          <a:p>
            <a:r>
              <a:t>风险点、验证数据与优化计划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专项分析2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技术方案拆解与模块边界</a:t>
            </a:r>
          </a:p>
          <a:p>
            <a:r>
              <a:t>实现细节、性能与稳定性</a:t>
            </a:r>
          </a:p>
          <a:p>
            <a:r>
              <a:t>风险点、验证数据与优化计划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专项分析3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技术方案拆解与模块边界</a:t>
            </a:r>
          </a:p>
          <a:p>
            <a:r>
              <a:t>实现细节、性能与稳定性</a:t>
            </a:r>
          </a:p>
          <a:p>
            <a:r>
              <a:t>风险点、验证数据与优化计划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技术方案拆解与模块边界</a:t>
            </a:r>
          </a:p>
          <a:p>
            <a:r>
              <a:t>实现细节、性能与稳定性</a:t>
            </a:r>
          </a:p>
          <a:p>
            <a:r>
              <a:t>风险点、验证数据与优化计划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