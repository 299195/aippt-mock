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607040" cy="4754880"/>
          </a:xfrm>
          <a:prstGeom prst="roundRect">
            <a:avLst/>
          </a:prstGeom>
          <a:solidFill>
            <a:srgbClr val="F9EEE2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288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0332A"/>
                </a:solidFill>
              </a:defRPr>
            </a:pPr>
            <a:r>
              <a:t>刘金阳汇报</a:t>
            </a:r>
          </a:p>
          <a:p>
            <a:pPr>
              <a:spcBef>
                <a:spcPts val="1200"/>
              </a:spcBef>
              <a:defRPr sz="2000">
                <a:solidFill>
                  <a:srgbClr val="5C493A"/>
                </a:solidFill>
              </a:defRPr>
            </a:pPr>
            <a:r>
              <a:t>AI 自动生成汇报材料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刘金阳汇报 | 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521208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91640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7099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hlinkClick action="ppaction://hlinksldjump" r:id="rId3"/>
          </p:cNvPr>
          <p:cNvSpPr txBox="1"/>
          <p:nvPr/>
        </p:nvSpPr>
        <p:spPr>
          <a:xfrm>
            <a:off x="1463040" y="164592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优秀团员竞选汇报——刘金阳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267712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860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>
            <a:hlinkClick action="ppaction://hlinksldjump" r:id="rId4"/>
          </p:cNvPr>
          <p:cNvSpPr txBox="1"/>
          <p:nvPr/>
        </p:nvSpPr>
        <p:spPr>
          <a:xfrm>
            <a:off x="1463040" y="222199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个人简介与竞选初心：以团员标准严格要求自我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843784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620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1463040" y="279806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学习表现：专注课堂学习，夯实专业知识基础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419856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4381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>
            <a:hlinkClick action="ppaction://hlinksldjump" r:id="rId6"/>
          </p:cNvPr>
          <p:cNvSpPr txBox="1"/>
          <p:nvPr/>
        </p:nvSpPr>
        <p:spPr>
          <a:xfrm>
            <a:off x="1463040" y="3374136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集体参与：主动投身活动，助力同学共同进步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995928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1421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1463040" y="3950208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思想建设：积极学习团的知识，持续提升思想觉悟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572000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902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1463040" y="452628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使命认知：深刻理解优秀团员的荣誉与责任内涵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5148072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1663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463040" y="510235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当选规划：以更高标准做表率，热心服务同学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5724144"/>
            <a:ext cx="320040" cy="320040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74243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67842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0332A"/>
                </a:solidFill>
              </a:defRPr>
            </a:pPr>
            <a:r>
              <a:t>总结与致谢：恳请各位老师同学的支持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个人简介与竞选初心：以团员标准严格要求自我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结论：牢记入团誓言，学习生活严格要求自我：课堂认真夯实专业基础，课后主动参与集体活动互帮互助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思想积极向上，主动学习团的知识提升自身思想觉悟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深刻理解优秀团员的责任内涵，若当选将以更高标准做表率、热心服务同学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学习表现：专注课堂学习，夯实专业知识基础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结论：课堂上认真听讲、积极思考，保持专注学习态度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以夯实专业知识为核心目标，扎实推进学业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以共青团员标准严格要求自己，将责任融入学习行动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集体参与：主动投身活动，助力同学共同进步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结论：课后主动参与各类集体活动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与同学互帮互助，营造协作成长氛围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以实际行动助力同学共同进步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思想建设：积极学习团知识，提升思想觉悟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结论：牢记入团誓言，在学习生活中严格要求自我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主动学习团的知识，持续提升思想觉悟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以优秀团员标准为责任，践行团员使命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使命认知：优秀团员的荣誉与责任内涵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结论：牢记入团誓言，在学习生活中严格自我要求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深刻认知优秀团员是荣誉更是核心责任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当选后将以更高标准践行使命：做学习表率+热心服务同学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当选规划：以更高标准做表率，热心服务同学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310128"/>
            <a:ext cx="10058400" cy="73152"/>
          </a:xfrm>
          <a:prstGeom prst="rect">
            <a:avLst/>
          </a:prstGeom>
          <a:solidFill>
            <a:srgbClr val="DEC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127248"/>
            <a:ext cx="384048" cy="38404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371600" cy="109728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493A"/>
                </a:solidFill>
              </a:defRPr>
            </a:pPr>
            <a:r>
              <a:t>阶段1</a:t>
            </a:r>
          </a:p>
          <a:p>
            <a:pPr>
              <a:defRPr sz="1200">
                <a:solidFill>
                  <a:srgbClr val="40332A"/>
                </a:solidFill>
              </a:defRPr>
            </a:pPr>
            <a:r>
              <a:t>结论：第一阶段（当选初期）：强化自我要求，树立学习表率</a:t>
            </a:r>
          </a:p>
        </p:txBody>
      </p:sp>
      <p:sp>
        <p:nvSpPr>
          <p:cNvPr id="8" name="Oval 7"/>
          <p:cNvSpPr/>
          <p:nvPr/>
        </p:nvSpPr>
        <p:spPr>
          <a:xfrm>
            <a:off x="5943600" y="3127248"/>
            <a:ext cx="384048" cy="38404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783080"/>
            <a:ext cx="1371600" cy="1097280"/>
          </a:xfrm>
          <a:prstGeom prst="roundRect">
            <a:avLst/>
          </a:prstGeom>
          <a:solidFill>
            <a:srgbClr val="F9EEE2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493A"/>
                </a:solidFill>
              </a:defRPr>
            </a:pPr>
            <a:r>
              <a:t>阶段2</a:t>
            </a:r>
          </a:p>
          <a:p>
            <a:pPr>
              <a:defRPr sz="1200">
                <a:solidFill>
                  <a:srgbClr val="40332A"/>
                </a:solidFill>
              </a:defRPr>
            </a:pPr>
            <a:r>
              <a:t>第二阶段（日常践行）：深化服务意识，落实生活帮扶</a:t>
            </a:r>
          </a:p>
        </p:txBody>
      </p:sp>
      <p:sp>
        <p:nvSpPr>
          <p:cNvPr id="10" name="Oval 9"/>
          <p:cNvSpPr/>
          <p:nvPr/>
        </p:nvSpPr>
        <p:spPr>
          <a:xfrm>
            <a:off x="10789919" y="3127248"/>
            <a:ext cx="384048" cy="38404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19" y="1783080"/>
            <a:ext cx="1371600" cy="109728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C493A"/>
                </a:solidFill>
              </a:defRPr>
            </a:pPr>
            <a:r>
              <a:t>阶段3</a:t>
            </a:r>
          </a:p>
          <a:p>
            <a:pPr>
              <a:defRPr sz="1200">
                <a:solidFill>
                  <a:srgbClr val="40332A"/>
                </a:solidFill>
              </a:defRPr>
            </a:pPr>
            <a:r>
              <a:t>第三阶段（长期坚持）：践行团员使命，带动集体进步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725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DF9F3"/>
                </a:solidFill>
              </a:defRPr>
            </a:pPr>
            <a:r>
              <a:t>总结与致谢：恳请各位老师同学的支持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FFBF6"/>
          </a:solidFill>
          <a:ln w="15240">
            <a:solidFill>
              <a:srgbClr val="D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结论：1. 思想/学习/生活多维度践行入团誓言：积极提升思想觉悟，扎实专业基础，主动参与集体互助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2. 深刻认知优秀团员核心内涵：荣誉是认可，更是服务同学、引领进步的责任</a:t>
            </a:r>
          </a:p>
        </p:txBody>
      </p:sp>
      <p:sp>
        <p:nvSpPr>
          <p:cNvPr id="10" name="Diamond 9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C1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5C493A"/>
                </a:solidFill>
              </a:defRPr>
            </a:pPr>
            <a:r>
              <a:t>3. 当选后将以更高标准履职：学习上做表率，生活中热心服务，用实际行动践行使命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